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D47890A-D877-43F5-BA25-E46A90B10720}" v="2" dt="2026-03-13T09:57:02.3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1"/>
    <p:restoredTop sz="96327"/>
  </p:normalViewPr>
  <p:slideViewPr>
    <p:cSldViewPr snapToGrid="0">
      <p:cViewPr varScale="1">
        <p:scale>
          <a:sx n="63" d="100"/>
          <a:sy n="63" d="100"/>
        </p:scale>
        <p:origin x="5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zem Unsalan" userId="ef893f21-bffb-4ff0-aca7-6d9048fb3440" providerId="ADAL" clId="{4F3CD260-C8EA-4F3D-9E02-BBC7D5F3E512}"/>
    <pc:docChg chg="custSel addSld delSld modSld">
      <pc:chgData name="Gizem Unsalan" userId="ef893f21-bffb-4ff0-aca7-6d9048fb3440" providerId="ADAL" clId="{4F3CD260-C8EA-4F3D-9E02-BBC7D5F3E512}" dt="2026-03-13T09:57:17.350" v="57" actId="47"/>
      <pc:docMkLst>
        <pc:docMk/>
      </pc:docMkLst>
      <pc:sldChg chg="addSp modSp mod setBg">
        <pc:chgData name="Gizem Unsalan" userId="ef893f21-bffb-4ff0-aca7-6d9048fb3440" providerId="ADAL" clId="{4F3CD260-C8EA-4F3D-9E02-BBC7D5F3E512}" dt="2026-03-13T09:56:43.158" v="43" actId="1036"/>
        <pc:sldMkLst>
          <pc:docMk/>
          <pc:sldMk cId="4289421778" sldId="257"/>
        </pc:sldMkLst>
        <pc:picChg chg="add mod">
          <ac:chgData name="Gizem Unsalan" userId="ef893f21-bffb-4ff0-aca7-6d9048fb3440" providerId="ADAL" clId="{4F3CD260-C8EA-4F3D-9E02-BBC7D5F3E512}" dt="2026-03-13T09:56:43.158" v="43" actId="1036"/>
          <ac:picMkLst>
            <pc:docMk/>
            <pc:sldMk cId="4289421778" sldId="257"/>
            <ac:picMk id="3" creationId="{F103CB2B-FCAB-8276-A5E9-3ADF0C0E2189}"/>
          </ac:picMkLst>
        </pc:picChg>
      </pc:sldChg>
      <pc:sldChg chg="addSp delSp modSp add del mod">
        <pc:chgData name="Gizem Unsalan" userId="ef893f21-bffb-4ff0-aca7-6d9048fb3440" providerId="ADAL" clId="{4F3CD260-C8EA-4F3D-9E02-BBC7D5F3E512}" dt="2026-03-13T09:57:17.350" v="57" actId="47"/>
        <pc:sldMkLst>
          <pc:docMk/>
          <pc:sldMk cId="2365065283" sldId="258"/>
        </pc:sldMkLst>
        <pc:spChg chg="add del mod">
          <ac:chgData name="Gizem Unsalan" userId="ef893f21-bffb-4ff0-aca7-6d9048fb3440" providerId="ADAL" clId="{4F3CD260-C8EA-4F3D-9E02-BBC7D5F3E512}" dt="2026-03-13T09:57:09.031" v="56" actId="478"/>
          <ac:spMkLst>
            <pc:docMk/>
            <pc:sldMk cId="2365065283" sldId="258"/>
            <ac:spMk id="2" creationId="{0B11F9FF-AD55-939B-F2CD-EC64EE6FE391}"/>
          </ac:spMkLst>
        </pc:spChg>
        <pc:picChg chg="del">
          <ac:chgData name="Gizem Unsalan" userId="ef893f21-bffb-4ff0-aca7-6d9048fb3440" providerId="ADAL" clId="{4F3CD260-C8EA-4F3D-9E02-BBC7D5F3E512}" dt="2026-03-13T09:56:50.845" v="45" actId="478"/>
          <ac:picMkLst>
            <pc:docMk/>
            <pc:sldMk cId="2365065283" sldId="258"/>
            <ac:picMk id="3" creationId="{6AA70491-12D5-FA8F-5661-712FB6687A84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54EF525-CC75-FE24-03C2-5E0352A171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96915A9D-B391-B20D-15BE-8DF8927EF7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4E51D3B-52A2-E784-3B55-FA875CF8FA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F845F60-4C1E-DCAE-A8DA-D898C3F10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197921B-857B-4BEA-1E09-2FF8062A9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118627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6670ADA-2FF6-AB73-1045-EE7B165B8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044D23C-AA7D-D44B-4219-C2B9CD454B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E99193E6-239A-75F0-A24F-7CFB8A566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CF15495-DC94-9D5F-4691-F2DDB4F22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18143AA8-E188-A011-C81D-6B0D04E6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11374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1E77687-007A-1C4D-E7D0-9E42DCA93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EA9E4D-87F6-1702-B041-ED44A8B961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9240D43-BC7C-FF6E-AF90-18AD307ABD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5FC3ACB0-A3E6-7342-A2B4-2C9D0DEF7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C870C877-0DFF-EBB9-1FAF-540553F9C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16680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2F25D071-2521-FFC2-AFFF-5A505F027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B04F5A31-D12B-6E9A-3775-EB72183651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D46080CB-F94C-C380-F3CB-E6F9E26A0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93878DD-BB2F-4D6D-38DA-DF55AFB8CE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6B0F8766-0E24-D7AE-587C-5679BDEE0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542E9E1D-FAB8-3D97-72A2-BA9AA8B2F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15968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03F3FCF7-4864-B49C-CBAD-4D3A49269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CD0C1AF-B86A-DB3A-A1D5-23A24357D4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F7E8668D-C1FD-5601-2B60-7D0A63FA9F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921802F-1BB8-162C-B232-105DC75E23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C1ED470A-8D33-CCAD-743C-E48F925DDD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0B5EABD6-6BA0-72CD-1659-07D928790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039612DD-9D74-4934-E289-D21DEC071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9D17F566-4696-54D3-59DF-6BB01DC95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05734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9C8DA1F-8FC5-2F07-18A4-6DC61EFCAD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1DA5B6B2-1C07-5E78-59D1-F40F8546A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6B7C3818-7B61-1E19-2B88-590E7C9B1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E59B87F7-C8DF-E2B9-270D-056E2321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51213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5E836CD1-1C2D-8A02-A868-3B246D136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4021C7FC-EE2E-FBC5-0C17-4C231F592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D76B93FB-859B-04A4-0CC4-FCE7FB881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30269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1BCB638-92AF-DF21-6A63-DCE69222A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A40DEA0-4000-66D7-94FB-6380786813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2754A44C-532E-9019-1E52-FCC385CD9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81700B59-1259-C68A-9297-0FDD3806B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8E30BEBA-1AFD-9EF9-59A4-3E8DD9E47B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BBD4BFB4-9DE6-5D38-E5BE-459FCB7CC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98246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553DE13-1980-AB03-A37C-D32EF6B0F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B29969F2-06E8-F6C3-83C8-1170CD2425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64B14F2F-FBD5-F8F0-CFAD-C970E8E55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9B5B28DD-1E6A-3463-C060-D0EC57A9D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7767FBCC-F30E-55D4-B634-4E4702C8B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CAC4F36D-4BAC-E52D-918D-393215B8F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29234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1936ED7-49E4-7325-8DD9-CF8A0807D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C28F9915-66C2-4FCC-F7D4-04B2799B95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2F6383C-DA7F-99E4-A51B-29099419C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68A67DF-5132-7804-D0F3-3C8432706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DCE8437-ED63-AB5F-DDC5-F210F621C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916645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2DCF493A-6857-3C6E-8089-2522AA6514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129C5CB-E391-8CCD-D01B-356DBB8C7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8AAC75D-4FFC-D5FF-6ED2-26E23D4EB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8FE84D2-156C-6BD3-8931-40AFA94F0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C72AC73-0DFD-BB18-56D3-9E1F676CA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427877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D875ECA-3970-52D7-1DD9-607691836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EC4256A8-DA62-E204-7C41-226EAD4912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9B7D5A43-462F-555B-F478-891F0F5D1E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AB1FA0-0376-1A44-B172-097B7213E9B5}" type="datetimeFigureOut">
              <a:rPr lang="tr-TR" smtClean="0"/>
              <a:t>13.03.2026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E5D4E06-9FD3-A6D2-7127-DE571A5369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5E86867-77DB-956C-3DBF-6ECF3F332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7AA3F9-111F-C746-983D-80F0FB9B458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162493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04A99AFA-1E5F-90B9-5254-903F52F24D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-80452" y="-30102"/>
            <a:ext cx="12272451" cy="6928591"/>
          </a:xfrm>
          <a:prstGeom prst="rect">
            <a:avLst/>
          </a:prstGeom>
        </p:spPr>
      </p:pic>
      <p:pic>
        <p:nvPicPr>
          <p:cNvPr id="3" name="Resim 2">
            <a:extLst>
              <a:ext uri="{FF2B5EF4-FFF2-40B4-BE49-F238E27FC236}">
                <a16:creationId xmlns:a16="http://schemas.microsoft.com/office/drawing/2014/main" id="{FC196B01-2616-402B-3C0A-C9E7A28EAF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260" y="389238"/>
            <a:ext cx="1427205" cy="1427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8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04D56BF6-745D-57EE-4C26-F45319EC60E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" y="0"/>
            <a:ext cx="12204619" cy="9345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103CB2B-FCAB-8276-A5E9-3ADF0C0E2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80955"/>
            <a:ext cx="12192000" cy="44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4217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Teması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Art</dc:creator>
  <cp:lastModifiedBy>Gizem Unsalan</cp:lastModifiedBy>
  <cp:revision>6</cp:revision>
  <dcterms:created xsi:type="dcterms:W3CDTF">2023-11-07T06:11:11Z</dcterms:created>
  <dcterms:modified xsi:type="dcterms:W3CDTF">2026-03-13T09:57:20Z</dcterms:modified>
</cp:coreProperties>
</file>